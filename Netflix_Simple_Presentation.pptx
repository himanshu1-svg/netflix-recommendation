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Movie Recommendation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that suggests movies people will like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4572000" cy="13716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536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920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 —  Roll No: 25321014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Chanchal Choudhary  —  Roll No: 25114023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8288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Ratings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3108960"/>
            <a:ext cx="18288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42032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3108960"/>
            <a:ext cx="18288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17,770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26864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11696" y="3108960"/>
            <a:ext cx="182880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11696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Hackathon  —  June 2026  —  Slide 1 of 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Project?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builds a movie recommendation system. It looks at movies a person has already rated and then suggests new movies they would probably enjoy. Like how Netflix says — Because you watched Titanic, you might like The Notebook.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Reads 100 million ratings from real Netflix users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Learns what kind of movies each user likes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Predicts rating a user would give to unseen movies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Gives a Top 10 movie list for any 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369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Built and compared TWO different models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Dataset?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Netflix ran a competition in 2006 — 1 million dollar prize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They gave this data to the world to improve recommendations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54203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- 100 million real ratings from real people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88950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Most famous dataset for recommendation systems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23697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Still used in research and universities today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490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669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Ratings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100,480,507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480,189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 Scale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to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Used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2,000,000 ratings — laptop could not handle all 100 million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 in the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building any model we looked at the data carefully. This is called Exploratory Data Analysis or EDA. Like reading a recipe before you cook.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350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— People mostly give high ratings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give 4 or 5 stars. Very few give 1 or 2 stars. This is because people usually only rate movies they actually watched and liked. This is called Positivity Bias.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677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— Most users rate very few movies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users rated thousands of movies. But most users rated less than 20 movies total. This is called a Power Law — common in social media too.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8412480" cy="80467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 — The data is 99.96% empty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474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table — 300,000 rows (users) and 15,000 columns (movies). Almost every cell is blank because users rated only a tiny number of movies. This is the main challenge — called Sparsity.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078224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330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 — Popular movies get most of the ratings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074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like Lord of the Rings and Shawshank Redemption have millions of ratings. Most movies have very few. This can cause the model to always recommend popular movies.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Built the Models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Test Split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split the data — 80% for training (model learns from this) and 20% for testing (we check if the model actually works on data it never saw).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40233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SVD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 Value Decomposition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hidden taste patterns. Every user gets 50 hidden numbers describing their taste. Every movie gets 50 hidden numbers describing its features. The model multiplies these to predict a rating. It never reads genre or description — figures everything from ratings alone.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Works great with sparse data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Fast to train (5 minutes)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Used by Netflix Prize winners
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02336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08760"/>
            <a:ext cx="40233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— Item-CF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Collaborative Filtering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similar movies. If many users who liked Movie A also liked Movie B, then A and B are considered similar. So if you liked Movie A the system recommends Movie B. Very easy to explain to someone.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Easy to explain why it recommended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Slower to train (20 minutes)
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Good comparison against SVD
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How Good Are the Models?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RMSE?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measures how far off our predicted star ratings are from real ratings. If user gave 4 stars and we predicted 3.1 stars, error = 0.9. RMSE averages all errors. LOWER is better.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MAP@10?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789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 checks if our Top 10 recommendations contain movies the user would actually like. A movie counts as good if user rated it 3.5 stars or above. HIGHER is better.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Scores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76272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3383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MAP@10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Winner?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wins on both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Item-Based CF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2907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these numbers mean in plain words?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SVD predicted ratings that were only 0.94 stars away from the real rating on average. Item-CF was off by 1.02 stars. SVD is about 8.6% more accurate.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657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MAP@10 looks small (0.0034) but this is completely normal for this dataset. The data is 99.96% empty so finding movies in top 10 that users also rated is very hard. Top research papers report similar numbers. SVD is still 3.7x better than Item-CF.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Recommendations — User 2313030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this user already liked (4+ stars):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Liked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Beautiful Mind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Drama / True Story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Saving Private Ryan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 / Drama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First Dates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Romance / Comedy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1901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our model recommended (Top 10):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12848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21792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Recommended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Stars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West Wing: Season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4.90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Lord of the Rings: Two Towers Extended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Arrested Development: Season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Shawshank Redemption Special Edition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4.86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Lord of the Rings: Return of the King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4.86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Fellowship of the Ring Extended Edition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 Like Me: Season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4.76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Lost: Season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4.75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Simpsons: Season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4.75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Buffy the Vampire Slayer: Season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4.75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Good. This user liked serious drama films. The system recommended well known dramas and top rated TV series. That makes sense.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Recommendations — User 1974299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this user already liked (4+ stars):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Liked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Eternal Sunshine of the Spotless Mind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Drama / Romance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Fugitive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/ Thriller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American Splendor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Drama / True Story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1901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our model recommended (Top 10):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12848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21792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 Recommended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 Stars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Lord of the Rings: Fellowship of the 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4.90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Lost: Season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4.89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Lord of the Rings: Return of the King Extended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4.87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Lord of the Rings: The Two Towers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4.86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Forrest Gump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24: Season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4.84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Shawshank Redemption Special Edition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Godfather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4.80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 Wars: Episode V The Empire Strikes Back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Shield: Season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 stars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Good. This user liked thoughtful serious films. The system recommended timeless classic movies and acclaimed series. That makes sense.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 — Step by Step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389120"/>
                <a:gridCol w="2651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Loaded and cleaned 100 million ratings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million row dataset ready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Explored data with charts (EDA)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 4 key insights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Trained SVD 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= 0.9423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Trained Item-CF 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= 1.0231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Compared both models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SVD wins on all scores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 Top 10 for real users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Sensible and relevant results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907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Improve in the Future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18688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754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Would 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all 100M ratings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data means better accuracy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Collaborative Filtering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 to find more complex patterns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Cold Start Problem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 new users who have no ratings yet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Popularity Bias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 more variety not just popular movies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 Web App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Anyone can type their name and get movie suggestions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github.com/himanshu1-svg/netflix-recommendation   |   Himanshu (25321014)   |   Chanchal Choudhary (25114023)   |   June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Recommendation System</dc:title>
  <dc:subject>PptxGenJS Presentation</dc:subject>
  <dc:creator>PptxGenJS</dc:creator>
  <cp:lastModifiedBy>PptxGenJS</cp:lastModifiedBy>
  <cp:revision>1</cp:revision>
  <dcterms:created xsi:type="dcterms:W3CDTF">2026-06-11T07:29:54Z</dcterms:created>
  <dcterms:modified xsi:type="dcterms:W3CDTF">2026-06-11T07:29:54Z</dcterms:modified>
</cp:coreProperties>
</file>